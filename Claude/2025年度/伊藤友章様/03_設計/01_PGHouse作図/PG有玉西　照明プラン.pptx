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8" r:id="rId2"/>
  </p:sldIdLst>
  <p:sldSz cx="12801600" cy="9601200" type="A3"/>
  <p:notesSz cx="14662150" cy="102346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剛 倉田" initials="剛倉" lastIdx="1" clrIdx="0">
    <p:extLst>
      <p:ext uri="{19B8F6BF-5375-455C-9EA6-DF929625EA0E}">
        <p15:presenceInfo xmlns:p15="http://schemas.microsoft.com/office/powerpoint/2012/main" userId="4f75f71e50886e41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DA0F2"/>
    <a:srgbClr val="FE7A02"/>
    <a:srgbClr val="3FCDFF"/>
    <a:srgbClr val="EE9CB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163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commentAuthors" Target="commentAuthors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60120" y="1571308"/>
            <a:ext cx="10881360" cy="3342640"/>
          </a:xfrm>
        </p:spPr>
        <p:txBody>
          <a:bodyPr anchor="b"/>
          <a:lstStyle>
            <a:lvl1pPr algn="ctr">
              <a:defRPr sz="84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00200" y="5042853"/>
            <a:ext cx="9601200" cy="2318067"/>
          </a:xfrm>
        </p:spPr>
        <p:txBody>
          <a:bodyPr/>
          <a:lstStyle>
            <a:lvl1pPr marL="0" indent="0" algn="ctr">
              <a:buNone/>
              <a:defRPr sz="3360"/>
            </a:lvl1pPr>
            <a:lvl2pPr marL="640080" indent="0" algn="ctr">
              <a:buNone/>
              <a:defRPr sz="2800"/>
            </a:lvl2pPr>
            <a:lvl3pPr marL="1280160" indent="0" algn="ctr">
              <a:buNone/>
              <a:defRPr sz="2520"/>
            </a:lvl3pPr>
            <a:lvl4pPr marL="1920240" indent="0" algn="ctr">
              <a:buNone/>
              <a:defRPr sz="2240"/>
            </a:lvl4pPr>
            <a:lvl5pPr marL="2560320" indent="0" algn="ctr">
              <a:buNone/>
              <a:defRPr sz="2240"/>
            </a:lvl5pPr>
            <a:lvl6pPr marL="3200400" indent="0" algn="ctr">
              <a:buNone/>
              <a:defRPr sz="2240"/>
            </a:lvl6pPr>
            <a:lvl7pPr marL="3840480" indent="0" algn="ctr">
              <a:buNone/>
              <a:defRPr sz="2240"/>
            </a:lvl7pPr>
            <a:lvl8pPr marL="4480560" indent="0" algn="ctr">
              <a:buNone/>
              <a:defRPr sz="2240"/>
            </a:lvl8pPr>
            <a:lvl9pPr marL="5120640" indent="0" algn="ctr">
              <a:buNone/>
              <a:defRPr sz="224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7FFC60-55C0-4BA9-8F4D-DCF41C2292B6}" type="datetimeFigureOut">
              <a:rPr kumimoji="1" lang="ja-JP" altLang="en-US" smtClean="0"/>
              <a:t>2024/10/14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F3570-7099-48E3-A633-ED1D61D820A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096412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7FFC60-55C0-4BA9-8F4D-DCF41C2292B6}" type="datetimeFigureOut">
              <a:rPr kumimoji="1" lang="ja-JP" altLang="en-US" smtClean="0"/>
              <a:t>2024/10/14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F3570-7099-48E3-A633-ED1D61D820A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72356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3443" y="2393635"/>
            <a:ext cx="11041380" cy="3993832"/>
          </a:xfrm>
        </p:spPr>
        <p:txBody>
          <a:bodyPr anchor="b"/>
          <a:lstStyle>
            <a:lvl1pPr>
              <a:defRPr sz="84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73443" y="6425250"/>
            <a:ext cx="11041380" cy="2100262"/>
          </a:xfrm>
        </p:spPr>
        <p:txBody>
          <a:bodyPr/>
          <a:lstStyle>
            <a:lvl1pPr marL="0" indent="0">
              <a:buNone/>
              <a:defRPr sz="3360">
                <a:solidFill>
                  <a:schemeClr val="tx1"/>
                </a:solidFill>
              </a:defRPr>
            </a:lvl1pPr>
            <a:lvl2pPr marL="64008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2pPr>
            <a:lvl3pPr marL="1280160" indent="0">
              <a:buNone/>
              <a:defRPr sz="2520">
                <a:solidFill>
                  <a:schemeClr val="tx1">
                    <a:tint val="75000"/>
                  </a:schemeClr>
                </a:solidFill>
              </a:defRPr>
            </a:lvl3pPr>
            <a:lvl4pPr marL="1920240" indent="0">
              <a:buNone/>
              <a:defRPr sz="2240">
                <a:solidFill>
                  <a:schemeClr val="tx1">
                    <a:tint val="75000"/>
                  </a:schemeClr>
                </a:solidFill>
              </a:defRPr>
            </a:lvl4pPr>
            <a:lvl5pPr marL="2560320" indent="0">
              <a:buNone/>
              <a:defRPr sz="2240">
                <a:solidFill>
                  <a:schemeClr val="tx1">
                    <a:tint val="75000"/>
                  </a:schemeClr>
                </a:solidFill>
              </a:defRPr>
            </a:lvl5pPr>
            <a:lvl6pPr marL="3200400" indent="0">
              <a:buNone/>
              <a:defRPr sz="2240">
                <a:solidFill>
                  <a:schemeClr val="tx1">
                    <a:tint val="75000"/>
                  </a:schemeClr>
                </a:solidFill>
              </a:defRPr>
            </a:lvl6pPr>
            <a:lvl7pPr marL="3840480" indent="0">
              <a:buNone/>
              <a:defRPr sz="2240">
                <a:solidFill>
                  <a:schemeClr val="tx1">
                    <a:tint val="75000"/>
                  </a:schemeClr>
                </a:solidFill>
              </a:defRPr>
            </a:lvl7pPr>
            <a:lvl8pPr marL="4480560" indent="0">
              <a:buNone/>
              <a:defRPr sz="2240">
                <a:solidFill>
                  <a:schemeClr val="tx1">
                    <a:tint val="75000"/>
                  </a:schemeClr>
                </a:solidFill>
              </a:defRPr>
            </a:lvl8pPr>
            <a:lvl9pPr marL="5120640" indent="0">
              <a:buNone/>
              <a:defRPr sz="224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7FFC60-55C0-4BA9-8F4D-DCF41C2292B6}" type="datetimeFigureOut">
              <a:rPr kumimoji="1" lang="ja-JP" altLang="en-US" smtClean="0"/>
              <a:t>2024/10/14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F3570-7099-48E3-A633-ED1D61D820A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537095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80110" y="2555875"/>
            <a:ext cx="5440680" cy="6091873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80810" y="2555875"/>
            <a:ext cx="5440680" cy="6091873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7FFC60-55C0-4BA9-8F4D-DCF41C2292B6}" type="datetimeFigureOut">
              <a:rPr kumimoji="1" lang="ja-JP" altLang="en-US" smtClean="0"/>
              <a:t>2024/10/14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F3570-7099-48E3-A633-ED1D61D820A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93883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1777" y="511177"/>
            <a:ext cx="11041380" cy="1855788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1779" y="2353628"/>
            <a:ext cx="5415676" cy="1153477"/>
          </a:xfrm>
        </p:spPr>
        <p:txBody>
          <a:bodyPr anchor="b"/>
          <a:lstStyle>
            <a:lvl1pPr marL="0" indent="0">
              <a:buNone/>
              <a:defRPr sz="3360" b="1"/>
            </a:lvl1pPr>
            <a:lvl2pPr marL="640080" indent="0">
              <a:buNone/>
              <a:defRPr sz="2800" b="1"/>
            </a:lvl2pPr>
            <a:lvl3pPr marL="1280160" indent="0">
              <a:buNone/>
              <a:defRPr sz="2520" b="1"/>
            </a:lvl3pPr>
            <a:lvl4pPr marL="1920240" indent="0">
              <a:buNone/>
              <a:defRPr sz="2240" b="1"/>
            </a:lvl4pPr>
            <a:lvl5pPr marL="2560320" indent="0">
              <a:buNone/>
              <a:defRPr sz="2240" b="1"/>
            </a:lvl5pPr>
            <a:lvl6pPr marL="3200400" indent="0">
              <a:buNone/>
              <a:defRPr sz="2240" b="1"/>
            </a:lvl6pPr>
            <a:lvl7pPr marL="3840480" indent="0">
              <a:buNone/>
              <a:defRPr sz="2240" b="1"/>
            </a:lvl7pPr>
            <a:lvl8pPr marL="4480560" indent="0">
              <a:buNone/>
              <a:defRPr sz="2240" b="1"/>
            </a:lvl8pPr>
            <a:lvl9pPr marL="5120640" indent="0">
              <a:buNone/>
              <a:defRPr sz="224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81779" y="3507105"/>
            <a:ext cx="5415676" cy="5158423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80811" y="2353628"/>
            <a:ext cx="5442347" cy="1153477"/>
          </a:xfrm>
        </p:spPr>
        <p:txBody>
          <a:bodyPr anchor="b"/>
          <a:lstStyle>
            <a:lvl1pPr marL="0" indent="0">
              <a:buNone/>
              <a:defRPr sz="3360" b="1"/>
            </a:lvl1pPr>
            <a:lvl2pPr marL="640080" indent="0">
              <a:buNone/>
              <a:defRPr sz="2800" b="1"/>
            </a:lvl2pPr>
            <a:lvl3pPr marL="1280160" indent="0">
              <a:buNone/>
              <a:defRPr sz="2520" b="1"/>
            </a:lvl3pPr>
            <a:lvl4pPr marL="1920240" indent="0">
              <a:buNone/>
              <a:defRPr sz="2240" b="1"/>
            </a:lvl4pPr>
            <a:lvl5pPr marL="2560320" indent="0">
              <a:buNone/>
              <a:defRPr sz="2240" b="1"/>
            </a:lvl5pPr>
            <a:lvl6pPr marL="3200400" indent="0">
              <a:buNone/>
              <a:defRPr sz="2240" b="1"/>
            </a:lvl6pPr>
            <a:lvl7pPr marL="3840480" indent="0">
              <a:buNone/>
              <a:defRPr sz="2240" b="1"/>
            </a:lvl7pPr>
            <a:lvl8pPr marL="4480560" indent="0">
              <a:buNone/>
              <a:defRPr sz="2240" b="1"/>
            </a:lvl8pPr>
            <a:lvl9pPr marL="5120640" indent="0">
              <a:buNone/>
              <a:defRPr sz="224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80811" y="3507105"/>
            <a:ext cx="5442347" cy="5158423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7FFC60-55C0-4BA9-8F4D-DCF41C2292B6}" type="datetimeFigureOut">
              <a:rPr kumimoji="1" lang="ja-JP" altLang="en-US" smtClean="0"/>
              <a:t>2024/10/14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F3570-7099-48E3-A633-ED1D61D820A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367766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7FFC60-55C0-4BA9-8F4D-DCF41C2292B6}" type="datetimeFigureOut">
              <a:rPr kumimoji="1" lang="ja-JP" altLang="en-US" smtClean="0"/>
              <a:t>2024/10/14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F3570-7099-48E3-A633-ED1D61D820A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428030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7FFC60-55C0-4BA9-8F4D-DCF41C2292B6}" type="datetimeFigureOut">
              <a:rPr kumimoji="1" lang="ja-JP" altLang="en-US" smtClean="0"/>
              <a:t>2024/10/14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F3570-7099-48E3-A633-ED1D61D820A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267441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1778" y="640080"/>
            <a:ext cx="4128849" cy="2240280"/>
          </a:xfrm>
        </p:spPr>
        <p:txBody>
          <a:bodyPr anchor="b"/>
          <a:lstStyle>
            <a:lvl1pPr>
              <a:defRPr sz="448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42347" y="1382397"/>
            <a:ext cx="6480810" cy="6823075"/>
          </a:xfrm>
        </p:spPr>
        <p:txBody>
          <a:bodyPr/>
          <a:lstStyle>
            <a:lvl1pPr>
              <a:defRPr sz="4480"/>
            </a:lvl1pPr>
            <a:lvl2pPr>
              <a:defRPr sz="3920"/>
            </a:lvl2pPr>
            <a:lvl3pPr>
              <a:defRPr sz="3360"/>
            </a:lvl3pPr>
            <a:lvl4pPr>
              <a:defRPr sz="2800"/>
            </a:lvl4pPr>
            <a:lvl5pPr>
              <a:defRPr sz="2800"/>
            </a:lvl5pPr>
            <a:lvl6pPr>
              <a:defRPr sz="2800"/>
            </a:lvl6pPr>
            <a:lvl7pPr>
              <a:defRPr sz="2800"/>
            </a:lvl7pPr>
            <a:lvl8pPr>
              <a:defRPr sz="2800"/>
            </a:lvl8pPr>
            <a:lvl9pPr>
              <a:defRPr sz="28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1778" y="2880360"/>
            <a:ext cx="4128849" cy="5336223"/>
          </a:xfrm>
        </p:spPr>
        <p:txBody>
          <a:bodyPr/>
          <a:lstStyle>
            <a:lvl1pPr marL="0" indent="0">
              <a:buNone/>
              <a:defRPr sz="2240"/>
            </a:lvl1pPr>
            <a:lvl2pPr marL="640080" indent="0">
              <a:buNone/>
              <a:defRPr sz="1960"/>
            </a:lvl2pPr>
            <a:lvl3pPr marL="1280160" indent="0">
              <a:buNone/>
              <a:defRPr sz="1680"/>
            </a:lvl3pPr>
            <a:lvl4pPr marL="1920240" indent="0">
              <a:buNone/>
              <a:defRPr sz="1400"/>
            </a:lvl4pPr>
            <a:lvl5pPr marL="2560320" indent="0">
              <a:buNone/>
              <a:defRPr sz="1400"/>
            </a:lvl5pPr>
            <a:lvl6pPr marL="3200400" indent="0">
              <a:buNone/>
              <a:defRPr sz="1400"/>
            </a:lvl6pPr>
            <a:lvl7pPr marL="3840480" indent="0">
              <a:buNone/>
              <a:defRPr sz="1400"/>
            </a:lvl7pPr>
            <a:lvl8pPr marL="4480560" indent="0">
              <a:buNone/>
              <a:defRPr sz="1400"/>
            </a:lvl8pPr>
            <a:lvl9pPr marL="5120640" indent="0">
              <a:buNone/>
              <a:defRPr sz="14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7FFC60-55C0-4BA9-8F4D-DCF41C2292B6}" type="datetimeFigureOut">
              <a:rPr kumimoji="1" lang="ja-JP" altLang="en-US" smtClean="0"/>
              <a:t>2024/10/14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F3570-7099-48E3-A633-ED1D61D820A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505507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1778" y="640080"/>
            <a:ext cx="4128849" cy="2240280"/>
          </a:xfrm>
        </p:spPr>
        <p:txBody>
          <a:bodyPr anchor="b"/>
          <a:lstStyle>
            <a:lvl1pPr>
              <a:defRPr sz="448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42347" y="1382397"/>
            <a:ext cx="6480810" cy="6823075"/>
          </a:xfrm>
        </p:spPr>
        <p:txBody>
          <a:bodyPr anchor="t"/>
          <a:lstStyle>
            <a:lvl1pPr marL="0" indent="0">
              <a:buNone/>
              <a:defRPr sz="4480"/>
            </a:lvl1pPr>
            <a:lvl2pPr marL="640080" indent="0">
              <a:buNone/>
              <a:defRPr sz="3920"/>
            </a:lvl2pPr>
            <a:lvl3pPr marL="1280160" indent="0">
              <a:buNone/>
              <a:defRPr sz="3360"/>
            </a:lvl3pPr>
            <a:lvl4pPr marL="1920240" indent="0">
              <a:buNone/>
              <a:defRPr sz="2800"/>
            </a:lvl4pPr>
            <a:lvl5pPr marL="2560320" indent="0">
              <a:buNone/>
              <a:defRPr sz="2800"/>
            </a:lvl5pPr>
            <a:lvl6pPr marL="3200400" indent="0">
              <a:buNone/>
              <a:defRPr sz="2800"/>
            </a:lvl6pPr>
            <a:lvl7pPr marL="3840480" indent="0">
              <a:buNone/>
              <a:defRPr sz="2800"/>
            </a:lvl7pPr>
            <a:lvl8pPr marL="4480560" indent="0">
              <a:buNone/>
              <a:defRPr sz="2800"/>
            </a:lvl8pPr>
            <a:lvl9pPr marL="5120640" indent="0">
              <a:buNone/>
              <a:defRPr sz="28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1778" y="2880360"/>
            <a:ext cx="4128849" cy="5336223"/>
          </a:xfrm>
        </p:spPr>
        <p:txBody>
          <a:bodyPr/>
          <a:lstStyle>
            <a:lvl1pPr marL="0" indent="0">
              <a:buNone/>
              <a:defRPr sz="2240"/>
            </a:lvl1pPr>
            <a:lvl2pPr marL="640080" indent="0">
              <a:buNone/>
              <a:defRPr sz="1960"/>
            </a:lvl2pPr>
            <a:lvl3pPr marL="1280160" indent="0">
              <a:buNone/>
              <a:defRPr sz="1680"/>
            </a:lvl3pPr>
            <a:lvl4pPr marL="1920240" indent="0">
              <a:buNone/>
              <a:defRPr sz="1400"/>
            </a:lvl4pPr>
            <a:lvl5pPr marL="2560320" indent="0">
              <a:buNone/>
              <a:defRPr sz="1400"/>
            </a:lvl5pPr>
            <a:lvl6pPr marL="3200400" indent="0">
              <a:buNone/>
              <a:defRPr sz="1400"/>
            </a:lvl6pPr>
            <a:lvl7pPr marL="3840480" indent="0">
              <a:buNone/>
              <a:defRPr sz="1400"/>
            </a:lvl7pPr>
            <a:lvl8pPr marL="4480560" indent="0">
              <a:buNone/>
              <a:defRPr sz="1400"/>
            </a:lvl8pPr>
            <a:lvl9pPr marL="5120640" indent="0">
              <a:buNone/>
              <a:defRPr sz="14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7FFC60-55C0-4BA9-8F4D-DCF41C2292B6}" type="datetimeFigureOut">
              <a:rPr kumimoji="1" lang="ja-JP" altLang="en-US" smtClean="0"/>
              <a:t>2024/10/14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F3570-7099-48E3-A633-ED1D61D820A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178464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7FFC60-55C0-4BA9-8F4D-DCF41C2292B6}" type="datetimeFigureOut">
              <a:rPr kumimoji="1" lang="ja-JP" altLang="en-US" smtClean="0"/>
              <a:t>2024/10/14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F3570-7099-48E3-A633-ED1D61D820A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32715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61146" y="511175"/>
            <a:ext cx="2760345" cy="8136573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80111" y="511175"/>
            <a:ext cx="8121015" cy="8136573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7FFC60-55C0-4BA9-8F4D-DCF41C2292B6}" type="datetimeFigureOut">
              <a:rPr kumimoji="1" lang="ja-JP" altLang="en-US" smtClean="0"/>
              <a:t>2024/10/14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F3570-7099-48E3-A633-ED1D61D820A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316597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80110" y="511177"/>
            <a:ext cx="11041380" cy="18557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0110" y="2555875"/>
            <a:ext cx="11041380" cy="60918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0110" y="8898892"/>
            <a:ext cx="2880360" cy="511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7FFC60-55C0-4BA9-8F4D-DCF41C2292B6}" type="datetimeFigureOut">
              <a:rPr kumimoji="1" lang="ja-JP" altLang="en-US" smtClean="0"/>
              <a:t>2024/10/14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240530" y="8898892"/>
            <a:ext cx="4320540" cy="511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041130" y="8898892"/>
            <a:ext cx="2880360" cy="511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BF3570-7099-48E3-A633-ED1D61D820A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46873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1280160" rtl="0" eaLnBrk="1" latinLnBrk="0" hangingPunct="1">
        <a:lnSpc>
          <a:spcPct val="90000"/>
        </a:lnSpc>
        <a:spcBef>
          <a:spcPct val="0"/>
        </a:spcBef>
        <a:buNone/>
        <a:defRPr kumimoji="1" sz="616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20040" indent="-320040" algn="l" defTabSz="1280160" rtl="0" eaLnBrk="1" latinLnBrk="0" hangingPunct="1">
        <a:lnSpc>
          <a:spcPct val="90000"/>
        </a:lnSpc>
        <a:spcBef>
          <a:spcPts val="1400"/>
        </a:spcBef>
        <a:buFont typeface="Arial" panose="020B0604020202020204" pitchFamily="34" charset="0"/>
        <a:buChar char="•"/>
        <a:defRPr kumimoji="1" sz="3920" kern="1200">
          <a:solidFill>
            <a:schemeClr val="tx1"/>
          </a:solidFill>
          <a:latin typeface="+mn-lt"/>
          <a:ea typeface="+mn-ea"/>
          <a:cs typeface="+mn-cs"/>
        </a:defRPr>
      </a:lvl1pPr>
      <a:lvl2pPr marL="96012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kumimoji="1" sz="3360" kern="1200">
          <a:solidFill>
            <a:schemeClr val="tx1"/>
          </a:solidFill>
          <a:latin typeface="+mn-lt"/>
          <a:ea typeface="+mn-ea"/>
          <a:cs typeface="+mn-cs"/>
        </a:defRPr>
      </a:lvl2pPr>
      <a:lvl3pPr marL="160020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224028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kumimoji="1" sz="2520" kern="1200">
          <a:solidFill>
            <a:schemeClr val="tx1"/>
          </a:solidFill>
          <a:latin typeface="+mn-lt"/>
          <a:ea typeface="+mn-ea"/>
          <a:cs typeface="+mn-cs"/>
        </a:defRPr>
      </a:lvl4pPr>
      <a:lvl5pPr marL="288036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kumimoji="1" sz="2520" kern="1200">
          <a:solidFill>
            <a:schemeClr val="tx1"/>
          </a:solidFill>
          <a:latin typeface="+mn-lt"/>
          <a:ea typeface="+mn-ea"/>
          <a:cs typeface="+mn-cs"/>
        </a:defRPr>
      </a:lvl5pPr>
      <a:lvl6pPr marL="352044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kumimoji="1" sz="2520" kern="1200">
          <a:solidFill>
            <a:schemeClr val="tx1"/>
          </a:solidFill>
          <a:latin typeface="+mn-lt"/>
          <a:ea typeface="+mn-ea"/>
          <a:cs typeface="+mn-cs"/>
        </a:defRPr>
      </a:lvl6pPr>
      <a:lvl7pPr marL="416052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kumimoji="1" sz="252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kumimoji="1" sz="2520" kern="1200">
          <a:solidFill>
            <a:schemeClr val="tx1"/>
          </a:solidFill>
          <a:latin typeface="+mn-lt"/>
          <a:ea typeface="+mn-ea"/>
          <a:cs typeface="+mn-cs"/>
        </a:defRPr>
      </a:lvl8pPr>
      <a:lvl9pPr marL="544068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kumimoji="1" sz="25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80160" rtl="0" eaLnBrk="1" latinLnBrk="0" hangingPunct="1">
        <a:defRPr kumimoji="1" sz="252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algn="l" defTabSz="1280160" rtl="0" eaLnBrk="1" latinLnBrk="0" hangingPunct="1">
        <a:defRPr kumimoji="1" sz="2520" kern="1200">
          <a:solidFill>
            <a:schemeClr val="tx1"/>
          </a:solidFill>
          <a:latin typeface="+mn-lt"/>
          <a:ea typeface="+mn-ea"/>
          <a:cs typeface="+mn-cs"/>
        </a:defRPr>
      </a:lvl2pPr>
      <a:lvl3pPr marL="1280160" algn="l" defTabSz="1280160" rtl="0" eaLnBrk="1" latinLnBrk="0" hangingPunct="1">
        <a:defRPr kumimoji="1" sz="252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algn="l" defTabSz="1280160" rtl="0" eaLnBrk="1" latinLnBrk="0" hangingPunct="1">
        <a:defRPr kumimoji="1" sz="2520" kern="1200">
          <a:solidFill>
            <a:schemeClr val="tx1"/>
          </a:solidFill>
          <a:latin typeface="+mn-lt"/>
          <a:ea typeface="+mn-ea"/>
          <a:cs typeface="+mn-cs"/>
        </a:defRPr>
      </a:lvl4pPr>
      <a:lvl5pPr marL="2560320" algn="l" defTabSz="1280160" rtl="0" eaLnBrk="1" latinLnBrk="0" hangingPunct="1">
        <a:defRPr kumimoji="1" sz="2520" kern="1200">
          <a:solidFill>
            <a:schemeClr val="tx1"/>
          </a:solidFill>
          <a:latin typeface="+mn-lt"/>
          <a:ea typeface="+mn-ea"/>
          <a:cs typeface="+mn-cs"/>
        </a:defRPr>
      </a:lvl5pPr>
      <a:lvl6pPr marL="3200400" algn="l" defTabSz="1280160" rtl="0" eaLnBrk="1" latinLnBrk="0" hangingPunct="1">
        <a:defRPr kumimoji="1" sz="2520" kern="1200">
          <a:solidFill>
            <a:schemeClr val="tx1"/>
          </a:solidFill>
          <a:latin typeface="+mn-lt"/>
          <a:ea typeface="+mn-ea"/>
          <a:cs typeface="+mn-cs"/>
        </a:defRPr>
      </a:lvl6pPr>
      <a:lvl7pPr marL="3840480" algn="l" defTabSz="1280160" rtl="0" eaLnBrk="1" latinLnBrk="0" hangingPunct="1">
        <a:defRPr kumimoji="1" sz="2520" kern="1200">
          <a:solidFill>
            <a:schemeClr val="tx1"/>
          </a:solidFill>
          <a:latin typeface="+mn-lt"/>
          <a:ea typeface="+mn-ea"/>
          <a:cs typeface="+mn-cs"/>
        </a:defRPr>
      </a:lvl7pPr>
      <a:lvl8pPr marL="4480560" algn="l" defTabSz="1280160" rtl="0" eaLnBrk="1" latinLnBrk="0" hangingPunct="1">
        <a:defRPr kumimoji="1" sz="2520" kern="1200">
          <a:solidFill>
            <a:schemeClr val="tx1"/>
          </a:solidFill>
          <a:latin typeface="+mn-lt"/>
          <a:ea typeface="+mn-ea"/>
          <a:cs typeface="+mn-cs"/>
        </a:defRPr>
      </a:lvl8pPr>
      <a:lvl9pPr marL="5120640" algn="l" defTabSz="1280160" rtl="0" eaLnBrk="1" latinLnBrk="0" hangingPunct="1">
        <a:defRPr kumimoji="1" sz="25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13" Type="http://schemas.openxmlformats.org/officeDocument/2006/relationships/image" Target="../media/image12.jpeg"/><Relationship Id="rId3" Type="http://schemas.openxmlformats.org/officeDocument/2006/relationships/image" Target="../media/image2.png"/><Relationship Id="rId7" Type="http://schemas.openxmlformats.org/officeDocument/2006/relationships/image" Target="../media/image6.jpeg"/><Relationship Id="rId12" Type="http://schemas.openxmlformats.org/officeDocument/2006/relationships/image" Target="../media/image11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eg"/><Relationship Id="rId11" Type="http://schemas.openxmlformats.org/officeDocument/2006/relationships/image" Target="../media/image10.jpeg"/><Relationship Id="rId5" Type="http://schemas.openxmlformats.org/officeDocument/2006/relationships/image" Target="../media/image4.png"/><Relationship Id="rId15" Type="http://schemas.openxmlformats.org/officeDocument/2006/relationships/image" Target="../media/image14.jpg"/><Relationship Id="rId10" Type="http://schemas.openxmlformats.org/officeDocument/2006/relationships/image" Target="../media/image9.jpeg"/><Relationship Id="rId4" Type="http://schemas.openxmlformats.org/officeDocument/2006/relationships/image" Target="../media/image3.jpeg"/><Relationship Id="rId9" Type="http://schemas.openxmlformats.org/officeDocument/2006/relationships/image" Target="../media/image8.jpeg"/><Relationship Id="rId14" Type="http://schemas.openxmlformats.org/officeDocument/2006/relationships/image" Target="../media/image1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7942ECE2-14F0-4E88-AB1F-5E8C20EEBF28}"/>
              </a:ext>
            </a:extLst>
          </p:cNvPr>
          <p:cNvSpPr/>
          <p:nvPr/>
        </p:nvSpPr>
        <p:spPr>
          <a:xfrm>
            <a:off x="-10045" y="407"/>
            <a:ext cx="8091490" cy="433492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3528" dirty="0"/>
          </a:p>
        </p:txBody>
      </p:sp>
      <p:pic>
        <p:nvPicPr>
          <p:cNvPr id="33" name="図 32">
            <a:extLst>
              <a:ext uri="{FF2B5EF4-FFF2-40B4-BE49-F238E27FC236}">
                <a16:creationId xmlns:a16="http://schemas.microsoft.com/office/drawing/2014/main" id="{32C655F1-8183-9ACB-866E-3197AB91E6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968" y="173972"/>
            <a:ext cx="3642618" cy="3705302"/>
          </a:xfrm>
          <a:prstGeom prst="rect">
            <a:avLst/>
          </a:prstGeom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424B5F71-9193-BC79-2A76-54E0D241D43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3423" r="3291"/>
          <a:stretch/>
        </p:blipFill>
        <p:spPr>
          <a:xfrm>
            <a:off x="4264319" y="256692"/>
            <a:ext cx="3434927" cy="3570647"/>
          </a:xfrm>
          <a:prstGeom prst="rect">
            <a:avLst/>
          </a:prstGeom>
        </p:spPr>
      </p:pic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DB5E07F1-D10E-4DF7-BEF7-7A1D3FE972B2}"/>
              </a:ext>
            </a:extLst>
          </p:cNvPr>
          <p:cNvSpPr txBox="1"/>
          <p:nvPr/>
        </p:nvSpPr>
        <p:spPr>
          <a:xfrm>
            <a:off x="-10045" y="8976369"/>
            <a:ext cx="12827881" cy="635239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ja-JP" altLang="en-US" sz="3528" dirty="0"/>
              <a:t>  </a:t>
            </a:r>
            <a:r>
              <a:rPr lang="en-US" altLang="ja-JP" sz="3528" dirty="0"/>
              <a:t>PG House     </a:t>
            </a:r>
            <a:r>
              <a:rPr lang="ja-JP" altLang="en-US" sz="3528" dirty="0"/>
              <a:t>　　</a:t>
            </a:r>
            <a:r>
              <a:rPr lang="en-US" altLang="ja-JP" sz="2800" dirty="0"/>
              <a:t>PG</a:t>
            </a:r>
            <a:r>
              <a:rPr lang="ja-JP" altLang="en-US" sz="2400" dirty="0"/>
              <a:t>有玉西分譲　新築工事 　  　　　　　</a:t>
            </a:r>
            <a:r>
              <a:rPr lang="en-US" altLang="ja-JP" sz="3528" dirty="0"/>
              <a:t>Lighting</a:t>
            </a:r>
            <a:r>
              <a:rPr lang="ja-JP" altLang="en-US" sz="3528" dirty="0"/>
              <a:t>　</a:t>
            </a:r>
            <a:r>
              <a:rPr lang="en-US" altLang="ja-JP" sz="3528" dirty="0"/>
              <a:t>Plan  </a:t>
            </a:r>
            <a:r>
              <a:rPr lang="en-US" altLang="ja-JP" sz="1600" dirty="0"/>
              <a:t>( </a:t>
            </a:r>
            <a:r>
              <a:rPr lang="ja-JP" altLang="en-US" sz="1400" dirty="0"/>
              <a:t>図番</a:t>
            </a:r>
            <a:r>
              <a:rPr lang="ja-JP" altLang="en-US" sz="1600" dirty="0"/>
              <a:t> </a:t>
            </a:r>
            <a:r>
              <a:rPr lang="en-US" altLang="ja-JP" sz="1600" dirty="0"/>
              <a:t>7-3 )</a:t>
            </a:r>
            <a:endParaRPr lang="ja-JP" altLang="en-US" sz="1600" dirty="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1E26FAD9-F621-466A-BB4B-2E9AB6C5181D}"/>
              </a:ext>
            </a:extLst>
          </p:cNvPr>
          <p:cNvSpPr txBox="1"/>
          <p:nvPr/>
        </p:nvSpPr>
        <p:spPr>
          <a:xfrm>
            <a:off x="8179624" y="11065725"/>
            <a:ext cx="2040943" cy="635239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altLang="ja-JP" sz="3528" dirty="0"/>
              <a:t>2nd  Floor</a:t>
            </a:r>
            <a:endParaRPr lang="ja-JP" altLang="en-US" sz="3528" dirty="0"/>
          </a:p>
        </p:txBody>
      </p:sp>
      <p:pic>
        <p:nvPicPr>
          <p:cNvPr id="72" name="Picture 18">
            <a:extLst>
              <a:ext uri="{FF2B5EF4-FFF2-40B4-BE49-F238E27FC236}">
                <a16:creationId xmlns:a16="http://schemas.microsoft.com/office/drawing/2014/main" id="{CBE1AC04-F9E8-474E-8DCF-817A9C46E39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853" t="15754" b="13710"/>
          <a:stretch/>
        </p:blipFill>
        <p:spPr bwMode="auto">
          <a:xfrm>
            <a:off x="-3569600" y="11424704"/>
            <a:ext cx="1545683" cy="10810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3" name="テキスト ボックス 72">
            <a:extLst>
              <a:ext uri="{FF2B5EF4-FFF2-40B4-BE49-F238E27FC236}">
                <a16:creationId xmlns:a16="http://schemas.microsoft.com/office/drawing/2014/main" id="{FBF84573-8046-455C-882F-B0D873230202}"/>
              </a:ext>
            </a:extLst>
          </p:cNvPr>
          <p:cNvSpPr txBox="1"/>
          <p:nvPr/>
        </p:nvSpPr>
        <p:spPr>
          <a:xfrm>
            <a:off x="-1498571" y="12428605"/>
            <a:ext cx="1025537" cy="32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540" dirty="0"/>
              <a:t>AXCIS,INC.</a:t>
            </a:r>
          </a:p>
        </p:txBody>
      </p:sp>
      <p:sp>
        <p:nvSpPr>
          <p:cNvPr id="74" name="テキスト ボックス 73">
            <a:extLst>
              <a:ext uri="{FF2B5EF4-FFF2-40B4-BE49-F238E27FC236}">
                <a16:creationId xmlns:a16="http://schemas.microsoft.com/office/drawing/2014/main" id="{23B5B601-CD44-42C3-B118-DC1060513C43}"/>
              </a:ext>
            </a:extLst>
          </p:cNvPr>
          <p:cNvSpPr txBox="1"/>
          <p:nvPr/>
        </p:nvSpPr>
        <p:spPr>
          <a:xfrm>
            <a:off x="-1494350" y="11125737"/>
            <a:ext cx="1367682" cy="32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540" dirty="0"/>
              <a:t>標準スイッチ</a:t>
            </a:r>
            <a:endParaRPr lang="en-US" altLang="ja-JP" sz="1540" dirty="0"/>
          </a:p>
        </p:txBody>
      </p:sp>
      <p:pic>
        <p:nvPicPr>
          <p:cNvPr id="75" name="図 74">
            <a:extLst>
              <a:ext uri="{FF2B5EF4-FFF2-40B4-BE49-F238E27FC236}">
                <a16:creationId xmlns:a16="http://schemas.microsoft.com/office/drawing/2014/main" id="{4120F010-E70E-478B-B854-73B62897577F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49094" t="10274" r="3052" b="9028"/>
          <a:stretch/>
        </p:blipFill>
        <p:spPr>
          <a:xfrm>
            <a:off x="-1665846" y="11459374"/>
            <a:ext cx="601905" cy="1015003"/>
          </a:xfrm>
          <a:prstGeom prst="rect">
            <a:avLst/>
          </a:prstGeom>
        </p:spPr>
      </p:pic>
      <p:sp>
        <p:nvSpPr>
          <p:cNvPr id="17" name="楕円 16">
            <a:extLst>
              <a:ext uri="{FF2B5EF4-FFF2-40B4-BE49-F238E27FC236}">
                <a16:creationId xmlns:a16="http://schemas.microsoft.com/office/drawing/2014/main" id="{65CAC98F-28CD-B912-95A7-5DF7F57834C3}"/>
              </a:ext>
            </a:extLst>
          </p:cNvPr>
          <p:cNvSpPr/>
          <p:nvPr/>
        </p:nvSpPr>
        <p:spPr>
          <a:xfrm>
            <a:off x="-1215526" y="867532"/>
            <a:ext cx="98178" cy="97268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3528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65A0C3B0-A11E-51A7-E7C9-EB157FA6AB86}"/>
              </a:ext>
            </a:extLst>
          </p:cNvPr>
          <p:cNvSpPr txBox="1"/>
          <p:nvPr/>
        </p:nvSpPr>
        <p:spPr>
          <a:xfrm>
            <a:off x="5870838" y="3860082"/>
            <a:ext cx="579005" cy="32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540" b="1" dirty="0"/>
              <a:t>２階</a:t>
            </a:r>
            <a:endParaRPr lang="en-US" altLang="ja-JP" sz="1540" b="1" dirty="0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3BC5F786-23B9-A9DB-D4A3-0D051B218D10}"/>
              </a:ext>
            </a:extLst>
          </p:cNvPr>
          <p:cNvSpPr txBox="1"/>
          <p:nvPr/>
        </p:nvSpPr>
        <p:spPr>
          <a:xfrm>
            <a:off x="1620839" y="3911787"/>
            <a:ext cx="579005" cy="32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540" b="1" dirty="0"/>
              <a:t>１階</a:t>
            </a:r>
            <a:endParaRPr lang="en-US" altLang="ja-JP" sz="1540" b="1" dirty="0"/>
          </a:p>
        </p:txBody>
      </p:sp>
      <p:sp>
        <p:nvSpPr>
          <p:cNvPr id="20" name="楕円 19">
            <a:extLst>
              <a:ext uri="{FF2B5EF4-FFF2-40B4-BE49-F238E27FC236}">
                <a16:creationId xmlns:a16="http://schemas.microsoft.com/office/drawing/2014/main" id="{797B66F1-8731-0873-D702-E989F388AB63}"/>
              </a:ext>
            </a:extLst>
          </p:cNvPr>
          <p:cNvSpPr/>
          <p:nvPr/>
        </p:nvSpPr>
        <p:spPr>
          <a:xfrm>
            <a:off x="-771801" y="830981"/>
            <a:ext cx="98178" cy="97268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3528"/>
          </a:p>
        </p:txBody>
      </p:sp>
      <p:sp>
        <p:nvSpPr>
          <p:cNvPr id="21" name="楕円 20">
            <a:extLst>
              <a:ext uri="{FF2B5EF4-FFF2-40B4-BE49-F238E27FC236}">
                <a16:creationId xmlns:a16="http://schemas.microsoft.com/office/drawing/2014/main" id="{E8129140-29A9-9448-ECBB-8CD56CA5028A}"/>
              </a:ext>
            </a:extLst>
          </p:cNvPr>
          <p:cNvSpPr/>
          <p:nvPr/>
        </p:nvSpPr>
        <p:spPr>
          <a:xfrm>
            <a:off x="-792619" y="1415022"/>
            <a:ext cx="98178" cy="97268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3528"/>
          </a:p>
        </p:txBody>
      </p:sp>
      <p:sp>
        <p:nvSpPr>
          <p:cNvPr id="22" name="楕円 21">
            <a:extLst>
              <a:ext uri="{FF2B5EF4-FFF2-40B4-BE49-F238E27FC236}">
                <a16:creationId xmlns:a16="http://schemas.microsoft.com/office/drawing/2014/main" id="{3AC33646-4022-87A3-7ED8-8379F2E84275}"/>
              </a:ext>
            </a:extLst>
          </p:cNvPr>
          <p:cNvSpPr/>
          <p:nvPr/>
        </p:nvSpPr>
        <p:spPr>
          <a:xfrm>
            <a:off x="-650830" y="1744101"/>
            <a:ext cx="98178" cy="97268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3528"/>
          </a:p>
        </p:txBody>
      </p:sp>
      <p:sp>
        <p:nvSpPr>
          <p:cNvPr id="23" name="楕円 22">
            <a:extLst>
              <a:ext uri="{FF2B5EF4-FFF2-40B4-BE49-F238E27FC236}">
                <a16:creationId xmlns:a16="http://schemas.microsoft.com/office/drawing/2014/main" id="{87CE48E1-AAC0-8000-96AA-E85B3CD3C440}"/>
              </a:ext>
            </a:extLst>
          </p:cNvPr>
          <p:cNvSpPr/>
          <p:nvPr/>
        </p:nvSpPr>
        <p:spPr>
          <a:xfrm>
            <a:off x="-598293" y="1585203"/>
            <a:ext cx="98178" cy="97268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3528"/>
          </a:p>
        </p:txBody>
      </p:sp>
      <p:sp>
        <p:nvSpPr>
          <p:cNvPr id="24" name="楕円 23">
            <a:extLst>
              <a:ext uri="{FF2B5EF4-FFF2-40B4-BE49-F238E27FC236}">
                <a16:creationId xmlns:a16="http://schemas.microsoft.com/office/drawing/2014/main" id="{99156A16-C8F9-4624-B1A1-4B3709442E61}"/>
              </a:ext>
            </a:extLst>
          </p:cNvPr>
          <p:cNvSpPr/>
          <p:nvPr/>
        </p:nvSpPr>
        <p:spPr>
          <a:xfrm>
            <a:off x="-1097419" y="1536569"/>
            <a:ext cx="98178" cy="97268"/>
          </a:xfrm>
          <a:prstGeom prst="ellipse">
            <a:avLst/>
          </a:prstGeom>
          <a:solidFill>
            <a:srgbClr val="EE9C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3528"/>
          </a:p>
        </p:txBody>
      </p:sp>
      <p:sp>
        <p:nvSpPr>
          <p:cNvPr id="25" name="楕円 24">
            <a:extLst>
              <a:ext uri="{FF2B5EF4-FFF2-40B4-BE49-F238E27FC236}">
                <a16:creationId xmlns:a16="http://schemas.microsoft.com/office/drawing/2014/main" id="{76E7AC70-7DE8-F563-13EE-ECB9343CE5F9}"/>
              </a:ext>
            </a:extLst>
          </p:cNvPr>
          <p:cNvSpPr/>
          <p:nvPr/>
        </p:nvSpPr>
        <p:spPr>
          <a:xfrm>
            <a:off x="-983917" y="689332"/>
            <a:ext cx="98178" cy="97268"/>
          </a:xfrm>
          <a:prstGeom prst="ellipse">
            <a:avLst/>
          </a:prstGeom>
          <a:solidFill>
            <a:srgbClr val="3F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3528"/>
          </a:p>
        </p:txBody>
      </p:sp>
      <p:sp>
        <p:nvSpPr>
          <p:cNvPr id="26" name="楕円 25">
            <a:extLst>
              <a:ext uri="{FF2B5EF4-FFF2-40B4-BE49-F238E27FC236}">
                <a16:creationId xmlns:a16="http://schemas.microsoft.com/office/drawing/2014/main" id="{8B8F4388-E87F-AB7A-4D16-5EE240F526FB}"/>
              </a:ext>
            </a:extLst>
          </p:cNvPr>
          <p:cNvSpPr/>
          <p:nvPr/>
        </p:nvSpPr>
        <p:spPr>
          <a:xfrm>
            <a:off x="3488850" y="5059338"/>
            <a:ext cx="98178" cy="9726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3528"/>
          </a:p>
        </p:txBody>
      </p:sp>
      <p:sp>
        <p:nvSpPr>
          <p:cNvPr id="27" name="楕円 26">
            <a:extLst>
              <a:ext uri="{FF2B5EF4-FFF2-40B4-BE49-F238E27FC236}">
                <a16:creationId xmlns:a16="http://schemas.microsoft.com/office/drawing/2014/main" id="{70835AD5-5428-AE5C-2893-8C136C80503C}"/>
              </a:ext>
            </a:extLst>
          </p:cNvPr>
          <p:cNvSpPr/>
          <p:nvPr/>
        </p:nvSpPr>
        <p:spPr>
          <a:xfrm>
            <a:off x="2836506" y="1691976"/>
            <a:ext cx="98178" cy="97268"/>
          </a:xfrm>
          <a:prstGeom prst="ellipse">
            <a:avLst/>
          </a:prstGeom>
          <a:solidFill>
            <a:srgbClr val="FE7A0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3528"/>
          </a:p>
        </p:txBody>
      </p:sp>
      <p:sp>
        <p:nvSpPr>
          <p:cNvPr id="30" name="楕円 29">
            <a:extLst>
              <a:ext uri="{FF2B5EF4-FFF2-40B4-BE49-F238E27FC236}">
                <a16:creationId xmlns:a16="http://schemas.microsoft.com/office/drawing/2014/main" id="{31447037-40A7-2462-BEC5-DB6345DE5DF0}"/>
              </a:ext>
            </a:extLst>
          </p:cNvPr>
          <p:cNvSpPr/>
          <p:nvPr/>
        </p:nvSpPr>
        <p:spPr>
          <a:xfrm>
            <a:off x="1620839" y="3358891"/>
            <a:ext cx="98178" cy="97268"/>
          </a:xfrm>
          <a:prstGeom prst="ellipse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3528"/>
          </a:p>
        </p:txBody>
      </p:sp>
      <p:sp>
        <p:nvSpPr>
          <p:cNvPr id="34" name="楕円 33">
            <a:extLst>
              <a:ext uri="{FF2B5EF4-FFF2-40B4-BE49-F238E27FC236}">
                <a16:creationId xmlns:a16="http://schemas.microsoft.com/office/drawing/2014/main" id="{7E3B32B4-C20B-E996-B146-754FE6F47F8C}"/>
              </a:ext>
            </a:extLst>
          </p:cNvPr>
          <p:cNvSpPr/>
          <p:nvPr/>
        </p:nvSpPr>
        <p:spPr>
          <a:xfrm>
            <a:off x="-1034892" y="916166"/>
            <a:ext cx="98178" cy="97268"/>
          </a:xfrm>
          <a:prstGeom prst="ellipse">
            <a:avLst/>
          </a:prstGeom>
          <a:solidFill>
            <a:srgbClr val="BDA0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3528"/>
          </a:p>
        </p:txBody>
      </p:sp>
      <p:sp>
        <p:nvSpPr>
          <p:cNvPr id="36" name="楕円 35">
            <a:extLst>
              <a:ext uri="{FF2B5EF4-FFF2-40B4-BE49-F238E27FC236}">
                <a16:creationId xmlns:a16="http://schemas.microsoft.com/office/drawing/2014/main" id="{72306C16-0162-2138-DEC7-D36BD6131B57}"/>
              </a:ext>
            </a:extLst>
          </p:cNvPr>
          <p:cNvSpPr/>
          <p:nvPr/>
        </p:nvSpPr>
        <p:spPr>
          <a:xfrm>
            <a:off x="1426655" y="1684782"/>
            <a:ext cx="98178" cy="9726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3528"/>
          </a:p>
        </p:txBody>
      </p:sp>
      <p:sp>
        <p:nvSpPr>
          <p:cNvPr id="37" name="楕円 36">
            <a:extLst>
              <a:ext uri="{FF2B5EF4-FFF2-40B4-BE49-F238E27FC236}">
                <a16:creationId xmlns:a16="http://schemas.microsoft.com/office/drawing/2014/main" id="{F5FB4ACD-2176-F6C5-0008-5EE1ADAA3931}"/>
              </a:ext>
            </a:extLst>
          </p:cNvPr>
          <p:cNvSpPr/>
          <p:nvPr/>
        </p:nvSpPr>
        <p:spPr>
          <a:xfrm>
            <a:off x="1423127" y="1583233"/>
            <a:ext cx="98178" cy="9726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3528"/>
          </a:p>
        </p:txBody>
      </p:sp>
      <p:sp>
        <p:nvSpPr>
          <p:cNvPr id="38" name="楕円 37">
            <a:extLst>
              <a:ext uri="{FF2B5EF4-FFF2-40B4-BE49-F238E27FC236}">
                <a16:creationId xmlns:a16="http://schemas.microsoft.com/office/drawing/2014/main" id="{039EC927-679B-F972-9AF2-AA2FB92B06BF}"/>
              </a:ext>
            </a:extLst>
          </p:cNvPr>
          <p:cNvSpPr/>
          <p:nvPr/>
        </p:nvSpPr>
        <p:spPr>
          <a:xfrm>
            <a:off x="1424194" y="1806352"/>
            <a:ext cx="98178" cy="9726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3528"/>
          </a:p>
        </p:txBody>
      </p:sp>
      <p:sp>
        <p:nvSpPr>
          <p:cNvPr id="39" name="楕円 38">
            <a:extLst>
              <a:ext uri="{FF2B5EF4-FFF2-40B4-BE49-F238E27FC236}">
                <a16:creationId xmlns:a16="http://schemas.microsoft.com/office/drawing/2014/main" id="{003BEEE0-1F93-5233-CBF8-C7AC6565B473}"/>
              </a:ext>
            </a:extLst>
          </p:cNvPr>
          <p:cNvSpPr/>
          <p:nvPr/>
        </p:nvSpPr>
        <p:spPr>
          <a:xfrm>
            <a:off x="1018558" y="2502546"/>
            <a:ext cx="98178" cy="9726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3528"/>
          </a:p>
        </p:txBody>
      </p:sp>
      <p:sp>
        <p:nvSpPr>
          <p:cNvPr id="40" name="楕円 39">
            <a:extLst>
              <a:ext uri="{FF2B5EF4-FFF2-40B4-BE49-F238E27FC236}">
                <a16:creationId xmlns:a16="http://schemas.microsoft.com/office/drawing/2014/main" id="{E626F988-2CF9-9CB5-582A-0DE87CEE6619}"/>
              </a:ext>
            </a:extLst>
          </p:cNvPr>
          <p:cNvSpPr/>
          <p:nvPr/>
        </p:nvSpPr>
        <p:spPr>
          <a:xfrm>
            <a:off x="1623602" y="2509292"/>
            <a:ext cx="98178" cy="9726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3528"/>
          </a:p>
        </p:txBody>
      </p:sp>
      <p:sp>
        <p:nvSpPr>
          <p:cNvPr id="41" name="楕円 40">
            <a:extLst>
              <a:ext uri="{FF2B5EF4-FFF2-40B4-BE49-F238E27FC236}">
                <a16:creationId xmlns:a16="http://schemas.microsoft.com/office/drawing/2014/main" id="{1AF1EE77-AEAB-F442-DA72-5B204EDA9CA3}"/>
              </a:ext>
            </a:extLst>
          </p:cNvPr>
          <p:cNvSpPr/>
          <p:nvPr/>
        </p:nvSpPr>
        <p:spPr>
          <a:xfrm>
            <a:off x="2777424" y="2199166"/>
            <a:ext cx="98178" cy="9726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3528"/>
          </a:p>
        </p:txBody>
      </p:sp>
      <p:sp>
        <p:nvSpPr>
          <p:cNvPr id="42" name="楕円 41">
            <a:extLst>
              <a:ext uri="{FF2B5EF4-FFF2-40B4-BE49-F238E27FC236}">
                <a16:creationId xmlns:a16="http://schemas.microsoft.com/office/drawing/2014/main" id="{DC62AF87-FF41-94F9-DA87-9051879F46DA}"/>
              </a:ext>
            </a:extLst>
          </p:cNvPr>
          <p:cNvSpPr/>
          <p:nvPr/>
        </p:nvSpPr>
        <p:spPr>
          <a:xfrm>
            <a:off x="618608" y="2881410"/>
            <a:ext cx="98178" cy="9726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3528"/>
          </a:p>
        </p:txBody>
      </p:sp>
      <p:sp>
        <p:nvSpPr>
          <p:cNvPr id="43" name="楕円 42">
            <a:extLst>
              <a:ext uri="{FF2B5EF4-FFF2-40B4-BE49-F238E27FC236}">
                <a16:creationId xmlns:a16="http://schemas.microsoft.com/office/drawing/2014/main" id="{EFC4ABF0-FEF6-3C07-1E8B-23E5574714EB}"/>
              </a:ext>
            </a:extLst>
          </p:cNvPr>
          <p:cNvSpPr/>
          <p:nvPr/>
        </p:nvSpPr>
        <p:spPr>
          <a:xfrm>
            <a:off x="2894047" y="2206798"/>
            <a:ext cx="98178" cy="9726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3528"/>
          </a:p>
        </p:txBody>
      </p:sp>
      <p:sp>
        <p:nvSpPr>
          <p:cNvPr id="44" name="楕円 43">
            <a:extLst>
              <a:ext uri="{FF2B5EF4-FFF2-40B4-BE49-F238E27FC236}">
                <a16:creationId xmlns:a16="http://schemas.microsoft.com/office/drawing/2014/main" id="{1F0A13D3-5BEB-1A18-E817-9B727EA40458}"/>
              </a:ext>
            </a:extLst>
          </p:cNvPr>
          <p:cNvSpPr/>
          <p:nvPr/>
        </p:nvSpPr>
        <p:spPr>
          <a:xfrm>
            <a:off x="2779938" y="3192050"/>
            <a:ext cx="98178" cy="9726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3528"/>
          </a:p>
        </p:txBody>
      </p:sp>
      <p:sp>
        <p:nvSpPr>
          <p:cNvPr id="45" name="楕円 44">
            <a:extLst>
              <a:ext uri="{FF2B5EF4-FFF2-40B4-BE49-F238E27FC236}">
                <a16:creationId xmlns:a16="http://schemas.microsoft.com/office/drawing/2014/main" id="{A4614189-9AC9-62F1-42D2-8B4E88CBB1C7}"/>
              </a:ext>
            </a:extLst>
          </p:cNvPr>
          <p:cNvSpPr/>
          <p:nvPr/>
        </p:nvSpPr>
        <p:spPr>
          <a:xfrm>
            <a:off x="2894047" y="3195466"/>
            <a:ext cx="98178" cy="9726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3528"/>
          </a:p>
        </p:txBody>
      </p:sp>
      <p:sp>
        <p:nvSpPr>
          <p:cNvPr id="46" name="楕円 45">
            <a:extLst>
              <a:ext uri="{FF2B5EF4-FFF2-40B4-BE49-F238E27FC236}">
                <a16:creationId xmlns:a16="http://schemas.microsoft.com/office/drawing/2014/main" id="{434A5E45-C228-D4D0-6D66-A6BDAF79047A}"/>
              </a:ext>
            </a:extLst>
          </p:cNvPr>
          <p:cNvSpPr/>
          <p:nvPr/>
        </p:nvSpPr>
        <p:spPr>
          <a:xfrm>
            <a:off x="2777424" y="2695608"/>
            <a:ext cx="98178" cy="9726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3528"/>
          </a:p>
        </p:txBody>
      </p:sp>
      <p:sp>
        <p:nvSpPr>
          <p:cNvPr id="47" name="楕円 46">
            <a:extLst>
              <a:ext uri="{FF2B5EF4-FFF2-40B4-BE49-F238E27FC236}">
                <a16:creationId xmlns:a16="http://schemas.microsoft.com/office/drawing/2014/main" id="{69A11F4F-2CE9-8BDD-F87C-0982216A5BF6}"/>
              </a:ext>
            </a:extLst>
          </p:cNvPr>
          <p:cNvSpPr/>
          <p:nvPr/>
        </p:nvSpPr>
        <p:spPr>
          <a:xfrm>
            <a:off x="2894047" y="2695608"/>
            <a:ext cx="98178" cy="9726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3528"/>
          </a:p>
        </p:txBody>
      </p:sp>
      <p:sp>
        <p:nvSpPr>
          <p:cNvPr id="48" name="楕円 47">
            <a:extLst>
              <a:ext uri="{FF2B5EF4-FFF2-40B4-BE49-F238E27FC236}">
                <a16:creationId xmlns:a16="http://schemas.microsoft.com/office/drawing/2014/main" id="{A83860D9-89D1-152C-8F7B-60439EFFCE4C}"/>
              </a:ext>
            </a:extLst>
          </p:cNvPr>
          <p:cNvSpPr/>
          <p:nvPr/>
        </p:nvSpPr>
        <p:spPr>
          <a:xfrm>
            <a:off x="2634478" y="1284766"/>
            <a:ext cx="98178" cy="9726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3528"/>
          </a:p>
        </p:txBody>
      </p:sp>
      <p:sp>
        <p:nvSpPr>
          <p:cNvPr id="49" name="楕円 48">
            <a:extLst>
              <a:ext uri="{FF2B5EF4-FFF2-40B4-BE49-F238E27FC236}">
                <a16:creationId xmlns:a16="http://schemas.microsoft.com/office/drawing/2014/main" id="{7FB2042D-ADE8-FF3F-27CF-C38EEB7B5E24}"/>
              </a:ext>
            </a:extLst>
          </p:cNvPr>
          <p:cNvSpPr/>
          <p:nvPr/>
        </p:nvSpPr>
        <p:spPr>
          <a:xfrm>
            <a:off x="3040677" y="1284766"/>
            <a:ext cx="98178" cy="9726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3528"/>
          </a:p>
        </p:txBody>
      </p:sp>
      <p:sp>
        <p:nvSpPr>
          <p:cNvPr id="50" name="楕円 49">
            <a:extLst>
              <a:ext uri="{FF2B5EF4-FFF2-40B4-BE49-F238E27FC236}">
                <a16:creationId xmlns:a16="http://schemas.microsoft.com/office/drawing/2014/main" id="{3DC6B405-16EC-A977-2454-838936C576D9}"/>
              </a:ext>
            </a:extLst>
          </p:cNvPr>
          <p:cNvSpPr/>
          <p:nvPr/>
        </p:nvSpPr>
        <p:spPr>
          <a:xfrm>
            <a:off x="2634478" y="741910"/>
            <a:ext cx="98178" cy="9726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3528"/>
          </a:p>
        </p:txBody>
      </p:sp>
      <p:sp>
        <p:nvSpPr>
          <p:cNvPr id="51" name="楕円 50">
            <a:extLst>
              <a:ext uri="{FF2B5EF4-FFF2-40B4-BE49-F238E27FC236}">
                <a16:creationId xmlns:a16="http://schemas.microsoft.com/office/drawing/2014/main" id="{26D72E90-856B-9DCB-2A2E-915DC2549D96}"/>
              </a:ext>
            </a:extLst>
          </p:cNvPr>
          <p:cNvSpPr/>
          <p:nvPr/>
        </p:nvSpPr>
        <p:spPr>
          <a:xfrm>
            <a:off x="3431605" y="735236"/>
            <a:ext cx="98178" cy="9726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3528"/>
          </a:p>
        </p:txBody>
      </p:sp>
      <p:sp>
        <p:nvSpPr>
          <p:cNvPr id="52" name="楕円 51">
            <a:extLst>
              <a:ext uri="{FF2B5EF4-FFF2-40B4-BE49-F238E27FC236}">
                <a16:creationId xmlns:a16="http://schemas.microsoft.com/office/drawing/2014/main" id="{05181EF0-6A1F-892D-81F2-405A3D7C86A4}"/>
              </a:ext>
            </a:extLst>
          </p:cNvPr>
          <p:cNvSpPr/>
          <p:nvPr/>
        </p:nvSpPr>
        <p:spPr>
          <a:xfrm>
            <a:off x="1623892" y="683265"/>
            <a:ext cx="98178" cy="9726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3528"/>
          </a:p>
        </p:txBody>
      </p:sp>
      <p:sp>
        <p:nvSpPr>
          <p:cNvPr id="53" name="楕円 52">
            <a:extLst>
              <a:ext uri="{FF2B5EF4-FFF2-40B4-BE49-F238E27FC236}">
                <a16:creationId xmlns:a16="http://schemas.microsoft.com/office/drawing/2014/main" id="{CD5DC0F0-B87F-CD6F-9477-F177173A51E3}"/>
              </a:ext>
            </a:extLst>
          </p:cNvPr>
          <p:cNvSpPr/>
          <p:nvPr/>
        </p:nvSpPr>
        <p:spPr>
          <a:xfrm>
            <a:off x="3041090" y="741910"/>
            <a:ext cx="98178" cy="9726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3528"/>
          </a:p>
        </p:txBody>
      </p:sp>
      <p:sp>
        <p:nvSpPr>
          <p:cNvPr id="54" name="楕円 53">
            <a:extLst>
              <a:ext uri="{FF2B5EF4-FFF2-40B4-BE49-F238E27FC236}">
                <a16:creationId xmlns:a16="http://schemas.microsoft.com/office/drawing/2014/main" id="{50EB92B6-89B1-538A-A58A-AB0B20D58756}"/>
              </a:ext>
            </a:extLst>
          </p:cNvPr>
          <p:cNvSpPr/>
          <p:nvPr/>
        </p:nvSpPr>
        <p:spPr>
          <a:xfrm>
            <a:off x="5743248" y="1703211"/>
            <a:ext cx="98178" cy="9726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3528"/>
          </a:p>
        </p:txBody>
      </p:sp>
      <p:sp>
        <p:nvSpPr>
          <p:cNvPr id="55" name="楕円 54">
            <a:extLst>
              <a:ext uri="{FF2B5EF4-FFF2-40B4-BE49-F238E27FC236}">
                <a16:creationId xmlns:a16="http://schemas.microsoft.com/office/drawing/2014/main" id="{A5AF5B27-0709-F719-7DC0-9DC17E419BCF}"/>
              </a:ext>
            </a:extLst>
          </p:cNvPr>
          <p:cNvSpPr/>
          <p:nvPr/>
        </p:nvSpPr>
        <p:spPr>
          <a:xfrm>
            <a:off x="5523272" y="2699798"/>
            <a:ext cx="98178" cy="9726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3528"/>
          </a:p>
        </p:txBody>
      </p:sp>
      <p:sp>
        <p:nvSpPr>
          <p:cNvPr id="56" name="楕円 55">
            <a:extLst>
              <a:ext uri="{FF2B5EF4-FFF2-40B4-BE49-F238E27FC236}">
                <a16:creationId xmlns:a16="http://schemas.microsoft.com/office/drawing/2014/main" id="{CB0F5D8B-E84C-A455-840C-EB77211B50C9}"/>
              </a:ext>
            </a:extLst>
          </p:cNvPr>
          <p:cNvSpPr/>
          <p:nvPr/>
        </p:nvSpPr>
        <p:spPr>
          <a:xfrm>
            <a:off x="5339443" y="1846450"/>
            <a:ext cx="98178" cy="9726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3528"/>
          </a:p>
        </p:txBody>
      </p:sp>
      <p:sp>
        <p:nvSpPr>
          <p:cNvPr id="57" name="楕円 56">
            <a:extLst>
              <a:ext uri="{FF2B5EF4-FFF2-40B4-BE49-F238E27FC236}">
                <a16:creationId xmlns:a16="http://schemas.microsoft.com/office/drawing/2014/main" id="{B42E1F10-262A-9958-DB9D-1F3CBA697BB7}"/>
              </a:ext>
            </a:extLst>
          </p:cNvPr>
          <p:cNvSpPr/>
          <p:nvPr/>
        </p:nvSpPr>
        <p:spPr>
          <a:xfrm>
            <a:off x="4729379" y="1897193"/>
            <a:ext cx="98178" cy="9726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3528"/>
          </a:p>
        </p:txBody>
      </p:sp>
      <p:sp>
        <p:nvSpPr>
          <p:cNvPr id="58" name="テキスト ボックス 57">
            <a:extLst>
              <a:ext uri="{FF2B5EF4-FFF2-40B4-BE49-F238E27FC236}">
                <a16:creationId xmlns:a16="http://schemas.microsoft.com/office/drawing/2014/main" id="{D29BAF13-FF1D-AB8F-BE17-949FD802D2B1}"/>
              </a:ext>
            </a:extLst>
          </p:cNvPr>
          <p:cNvSpPr txBox="1"/>
          <p:nvPr/>
        </p:nvSpPr>
        <p:spPr>
          <a:xfrm>
            <a:off x="3537939" y="4977167"/>
            <a:ext cx="47000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100" dirty="0"/>
              <a:t>×31</a:t>
            </a:r>
            <a:endParaRPr lang="ja-JP" altLang="en-US" sz="1100" dirty="0"/>
          </a:p>
        </p:txBody>
      </p:sp>
      <p:sp>
        <p:nvSpPr>
          <p:cNvPr id="59" name="楕円 58">
            <a:extLst>
              <a:ext uri="{FF2B5EF4-FFF2-40B4-BE49-F238E27FC236}">
                <a16:creationId xmlns:a16="http://schemas.microsoft.com/office/drawing/2014/main" id="{9BE1F4B3-15B9-7229-147A-B1E0CCAB8BF5}"/>
              </a:ext>
            </a:extLst>
          </p:cNvPr>
          <p:cNvSpPr/>
          <p:nvPr/>
        </p:nvSpPr>
        <p:spPr>
          <a:xfrm>
            <a:off x="6013765" y="5059338"/>
            <a:ext cx="98178" cy="97268"/>
          </a:xfrm>
          <a:prstGeom prst="ellipse">
            <a:avLst/>
          </a:prstGeom>
          <a:solidFill>
            <a:srgbClr val="FE7A0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3528"/>
          </a:p>
        </p:txBody>
      </p:sp>
      <p:sp>
        <p:nvSpPr>
          <p:cNvPr id="60" name="テキスト ボックス 59">
            <a:extLst>
              <a:ext uri="{FF2B5EF4-FFF2-40B4-BE49-F238E27FC236}">
                <a16:creationId xmlns:a16="http://schemas.microsoft.com/office/drawing/2014/main" id="{F012A76E-223E-DEA7-40AA-F9599D31CE19}"/>
              </a:ext>
            </a:extLst>
          </p:cNvPr>
          <p:cNvSpPr txBox="1"/>
          <p:nvPr/>
        </p:nvSpPr>
        <p:spPr>
          <a:xfrm>
            <a:off x="6064742" y="4979938"/>
            <a:ext cx="39786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100" dirty="0"/>
              <a:t>×1</a:t>
            </a:r>
            <a:endParaRPr lang="ja-JP" altLang="en-US" sz="1100" dirty="0"/>
          </a:p>
        </p:txBody>
      </p:sp>
      <p:sp>
        <p:nvSpPr>
          <p:cNvPr id="62" name="テキスト ボックス 61">
            <a:extLst>
              <a:ext uri="{FF2B5EF4-FFF2-40B4-BE49-F238E27FC236}">
                <a16:creationId xmlns:a16="http://schemas.microsoft.com/office/drawing/2014/main" id="{787C0854-5D0B-2F8D-213E-40B36BE52ECE}"/>
              </a:ext>
            </a:extLst>
          </p:cNvPr>
          <p:cNvSpPr txBox="1"/>
          <p:nvPr/>
        </p:nvSpPr>
        <p:spPr>
          <a:xfrm>
            <a:off x="1127253" y="4982709"/>
            <a:ext cx="39786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100" dirty="0"/>
              <a:t>×1</a:t>
            </a:r>
            <a:endParaRPr lang="ja-JP" altLang="en-US" sz="1100" dirty="0"/>
          </a:p>
        </p:txBody>
      </p:sp>
      <p:sp>
        <p:nvSpPr>
          <p:cNvPr id="63" name="楕円 62">
            <a:extLst>
              <a:ext uri="{FF2B5EF4-FFF2-40B4-BE49-F238E27FC236}">
                <a16:creationId xmlns:a16="http://schemas.microsoft.com/office/drawing/2014/main" id="{44B7B33C-9FD0-6A1D-900B-D0AF77F905A3}"/>
              </a:ext>
            </a:extLst>
          </p:cNvPr>
          <p:cNvSpPr/>
          <p:nvPr/>
        </p:nvSpPr>
        <p:spPr>
          <a:xfrm>
            <a:off x="1055130" y="5062812"/>
            <a:ext cx="98178" cy="97268"/>
          </a:xfrm>
          <a:prstGeom prst="ellipse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3528"/>
          </a:p>
        </p:txBody>
      </p:sp>
      <p:sp>
        <p:nvSpPr>
          <p:cNvPr id="66" name="楕円 65">
            <a:extLst>
              <a:ext uri="{FF2B5EF4-FFF2-40B4-BE49-F238E27FC236}">
                <a16:creationId xmlns:a16="http://schemas.microsoft.com/office/drawing/2014/main" id="{97CEE3DF-2DC7-C258-CE39-9F4A28C3DADF}"/>
              </a:ext>
            </a:extLst>
          </p:cNvPr>
          <p:cNvSpPr/>
          <p:nvPr/>
        </p:nvSpPr>
        <p:spPr>
          <a:xfrm>
            <a:off x="14380656" y="5064138"/>
            <a:ext cx="98178" cy="97268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3528"/>
          </a:p>
        </p:txBody>
      </p:sp>
      <p:sp>
        <p:nvSpPr>
          <p:cNvPr id="67" name="テキスト ボックス 66">
            <a:extLst>
              <a:ext uri="{FF2B5EF4-FFF2-40B4-BE49-F238E27FC236}">
                <a16:creationId xmlns:a16="http://schemas.microsoft.com/office/drawing/2014/main" id="{5C95FC56-D92E-40FD-57A5-AB5ADA1F2BC7}"/>
              </a:ext>
            </a:extLst>
          </p:cNvPr>
          <p:cNvSpPr txBox="1"/>
          <p:nvPr/>
        </p:nvSpPr>
        <p:spPr>
          <a:xfrm>
            <a:off x="14442269" y="4982364"/>
            <a:ext cx="39786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100" dirty="0"/>
              <a:t>×3</a:t>
            </a:r>
            <a:endParaRPr lang="ja-JP" altLang="en-US" sz="1100" dirty="0"/>
          </a:p>
        </p:txBody>
      </p:sp>
      <p:sp>
        <p:nvSpPr>
          <p:cNvPr id="69" name="テキスト ボックス 68">
            <a:extLst>
              <a:ext uri="{FF2B5EF4-FFF2-40B4-BE49-F238E27FC236}">
                <a16:creationId xmlns:a16="http://schemas.microsoft.com/office/drawing/2014/main" id="{D9BD1B44-BB33-F7A1-1CD1-A7EEB65C666D}"/>
              </a:ext>
            </a:extLst>
          </p:cNvPr>
          <p:cNvSpPr txBox="1"/>
          <p:nvPr/>
        </p:nvSpPr>
        <p:spPr>
          <a:xfrm>
            <a:off x="613577" y="5167009"/>
            <a:ext cx="147161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600" dirty="0"/>
              <a:t>DDL-4496YW</a:t>
            </a:r>
            <a:endParaRPr lang="ja-JP" altLang="en-US" sz="1600" dirty="0"/>
          </a:p>
        </p:txBody>
      </p:sp>
      <p:sp>
        <p:nvSpPr>
          <p:cNvPr id="71" name="テキスト ボックス 70">
            <a:extLst>
              <a:ext uri="{FF2B5EF4-FFF2-40B4-BE49-F238E27FC236}">
                <a16:creationId xmlns:a16="http://schemas.microsoft.com/office/drawing/2014/main" id="{F279C37E-E01A-42C3-59E2-FED11B867E65}"/>
              </a:ext>
            </a:extLst>
          </p:cNvPr>
          <p:cNvSpPr txBox="1"/>
          <p:nvPr/>
        </p:nvSpPr>
        <p:spPr>
          <a:xfrm>
            <a:off x="3132903" y="5133272"/>
            <a:ext cx="136687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600" dirty="0"/>
              <a:t>DDL6102YW</a:t>
            </a:r>
            <a:endParaRPr lang="ja-JP" altLang="en-US" sz="1600" dirty="0"/>
          </a:p>
        </p:txBody>
      </p:sp>
      <p:sp>
        <p:nvSpPr>
          <p:cNvPr id="77" name="テキスト ボックス 76">
            <a:extLst>
              <a:ext uri="{FF2B5EF4-FFF2-40B4-BE49-F238E27FC236}">
                <a16:creationId xmlns:a16="http://schemas.microsoft.com/office/drawing/2014/main" id="{D3F7E548-4FF4-75FC-082F-69FE0687A379}"/>
              </a:ext>
            </a:extLst>
          </p:cNvPr>
          <p:cNvSpPr txBox="1"/>
          <p:nvPr/>
        </p:nvSpPr>
        <p:spPr>
          <a:xfrm>
            <a:off x="5560514" y="5121404"/>
            <a:ext cx="168850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600" dirty="0"/>
              <a:t>DPN-39817</a:t>
            </a:r>
            <a:r>
              <a:rPr lang="ja-JP" altLang="en-US" sz="1600" dirty="0"/>
              <a:t>　</a:t>
            </a:r>
            <a:r>
              <a:rPr lang="en-US" altLang="ja-JP" sz="1600" dirty="0"/>
              <a:t>GE</a:t>
            </a:r>
          </a:p>
          <a:p>
            <a:endParaRPr lang="ja-JP" altLang="en-US" sz="1600" dirty="0"/>
          </a:p>
        </p:txBody>
      </p:sp>
      <p:sp>
        <p:nvSpPr>
          <p:cNvPr id="79" name="テキスト ボックス 78">
            <a:extLst>
              <a:ext uri="{FF2B5EF4-FFF2-40B4-BE49-F238E27FC236}">
                <a16:creationId xmlns:a16="http://schemas.microsoft.com/office/drawing/2014/main" id="{B0AF052B-0C50-0B6B-39D0-2346B2C52B52}"/>
              </a:ext>
            </a:extLst>
          </p:cNvPr>
          <p:cNvSpPr txBox="1"/>
          <p:nvPr/>
        </p:nvSpPr>
        <p:spPr>
          <a:xfrm>
            <a:off x="14195769" y="5117496"/>
            <a:ext cx="147161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600" dirty="0"/>
              <a:t>DCL40507</a:t>
            </a:r>
            <a:endParaRPr lang="ja-JP" altLang="en-US" sz="1600" dirty="0"/>
          </a:p>
        </p:txBody>
      </p:sp>
      <p:pic>
        <p:nvPicPr>
          <p:cNvPr id="80" name="図 79" descr="商品写真 | DAIKO 大光電機 ブラケット DBK-41544Y">
            <a:extLst>
              <a:ext uri="{FF2B5EF4-FFF2-40B4-BE49-F238E27FC236}">
                <a16:creationId xmlns:a16="http://schemas.microsoft.com/office/drawing/2014/main" id="{0EC168AC-9639-7725-2BF8-0EBED923BD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17180" y="5478860"/>
            <a:ext cx="1601842" cy="29211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2" name="楕円 81">
            <a:extLst>
              <a:ext uri="{FF2B5EF4-FFF2-40B4-BE49-F238E27FC236}">
                <a16:creationId xmlns:a16="http://schemas.microsoft.com/office/drawing/2014/main" id="{FE5AE4D2-CDA2-0B25-D6BE-79DBAE695FDC}"/>
              </a:ext>
            </a:extLst>
          </p:cNvPr>
          <p:cNvSpPr/>
          <p:nvPr/>
        </p:nvSpPr>
        <p:spPr>
          <a:xfrm>
            <a:off x="11243952" y="5088073"/>
            <a:ext cx="98178" cy="97268"/>
          </a:xfrm>
          <a:prstGeom prst="ellipse">
            <a:avLst/>
          </a:prstGeom>
          <a:solidFill>
            <a:srgbClr val="EE9C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3528"/>
          </a:p>
        </p:txBody>
      </p:sp>
      <p:sp>
        <p:nvSpPr>
          <p:cNvPr id="83" name="テキスト ボックス 82">
            <a:extLst>
              <a:ext uri="{FF2B5EF4-FFF2-40B4-BE49-F238E27FC236}">
                <a16:creationId xmlns:a16="http://schemas.microsoft.com/office/drawing/2014/main" id="{8B5BFBCF-924F-878E-4A9E-5956D0636C1A}"/>
              </a:ext>
            </a:extLst>
          </p:cNvPr>
          <p:cNvSpPr txBox="1"/>
          <p:nvPr/>
        </p:nvSpPr>
        <p:spPr>
          <a:xfrm>
            <a:off x="11293041" y="5005902"/>
            <a:ext cx="39786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100" dirty="0"/>
              <a:t>×1</a:t>
            </a:r>
            <a:endParaRPr lang="ja-JP" altLang="en-US" sz="1100" dirty="0"/>
          </a:p>
        </p:txBody>
      </p:sp>
      <p:sp>
        <p:nvSpPr>
          <p:cNvPr id="85" name="テキスト ボックス 84">
            <a:extLst>
              <a:ext uri="{FF2B5EF4-FFF2-40B4-BE49-F238E27FC236}">
                <a16:creationId xmlns:a16="http://schemas.microsoft.com/office/drawing/2014/main" id="{F98AA568-B0AD-4B07-8F3E-826D3EBC59D8}"/>
              </a:ext>
            </a:extLst>
          </p:cNvPr>
          <p:cNvSpPr txBox="1"/>
          <p:nvPr/>
        </p:nvSpPr>
        <p:spPr>
          <a:xfrm>
            <a:off x="10764419" y="5168359"/>
            <a:ext cx="162651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600" dirty="0"/>
              <a:t>DBK41544Y</a:t>
            </a:r>
            <a:endParaRPr lang="ja-JP" altLang="en-US" sz="1600" dirty="0"/>
          </a:p>
        </p:txBody>
      </p:sp>
      <p:pic>
        <p:nvPicPr>
          <p:cNvPr id="88" name="図 87" descr="大光電機（ＤＡＩＫＯ） 人感センサー付ダウンライト LED 7.7W 電球色 2700K DDL-4496YW">
            <a:extLst>
              <a:ext uri="{FF2B5EF4-FFF2-40B4-BE49-F238E27FC236}">
                <a16:creationId xmlns:a16="http://schemas.microsoft.com/office/drawing/2014/main" id="{0CDCB760-17AE-AA6C-10D7-35E845E69E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8159" y="5464982"/>
            <a:ext cx="1471612" cy="29803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9" name="図 88" descr="大光電機 ベースダウンライト（屋内・屋外兼用） DDL6102AW 工事必要">
            <a:extLst>
              <a:ext uri="{FF2B5EF4-FFF2-40B4-BE49-F238E27FC236}">
                <a16:creationId xmlns:a16="http://schemas.microsoft.com/office/drawing/2014/main" id="{FE42F1BE-2979-6FCE-F1EA-FEE82DF0118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790" r="23104"/>
          <a:stretch/>
        </p:blipFill>
        <p:spPr bwMode="auto">
          <a:xfrm>
            <a:off x="3325002" y="9867078"/>
            <a:ext cx="1544734" cy="28700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0" name="図 89" descr="大光電機 ペンダント DPN41421Y 工事必要">
            <a:extLst>
              <a:ext uri="{FF2B5EF4-FFF2-40B4-BE49-F238E27FC236}">
                <a16:creationId xmlns:a16="http://schemas.microsoft.com/office/drawing/2014/main" id="{7A0BF601-7F52-9EFB-137A-E4AC0C70C4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28629" y="9754547"/>
            <a:ext cx="1601842" cy="29838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商品写真 | DAIKO 大光電機 調色シーリング DCL-40507">
            <a:extLst>
              <a:ext uri="{FF2B5EF4-FFF2-40B4-BE49-F238E27FC236}">
                <a16:creationId xmlns:a16="http://schemas.microsoft.com/office/drawing/2014/main" id="{24076CD4-6FCB-2C21-E389-4A14596DC8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62610" y="5542809"/>
            <a:ext cx="1792374" cy="29025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スマートデザインシリーズ 建築空間と調和を徹底的に追求。">
            <a:extLst>
              <a:ext uri="{FF2B5EF4-FFF2-40B4-BE49-F238E27FC236}">
                <a16:creationId xmlns:a16="http://schemas.microsoft.com/office/drawing/2014/main" id="{F1DA1EDC-5198-DF71-3B57-1FA94DBEF7E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069" t="43582" r="8092" b="-28831"/>
          <a:stretch/>
        </p:blipFill>
        <p:spPr bwMode="auto">
          <a:xfrm>
            <a:off x="8563574" y="2935734"/>
            <a:ext cx="3829611" cy="21317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2" name="正方形/長方形 91">
            <a:extLst>
              <a:ext uri="{FF2B5EF4-FFF2-40B4-BE49-F238E27FC236}">
                <a16:creationId xmlns:a16="http://schemas.microsoft.com/office/drawing/2014/main" id="{BF8DA864-DC39-A69A-C3F6-E35CB0830F69}"/>
              </a:ext>
            </a:extLst>
          </p:cNvPr>
          <p:cNvSpPr/>
          <p:nvPr/>
        </p:nvSpPr>
        <p:spPr>
          <a:xfrm>
            <a:off x="13665194" y="2413354"/>
            <a:ext cx="2549620" cy="99417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C5548DB8-B102-D9F6-EE02-6EBC77EEE6B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406" t="-17675" r="-548" b="17675"/>
          <a:stretch/>
        </p:blipFill>
        <p:spPr bwMode="auto">
          <a:xfrm>
            <a:off x="8559641" y="360563"/>
            <a:ext cx="1698927" cy="13835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3" name="テキスト ボックス 92">
            <a:extLst>
              <a:ext uri="{FF2B5EF4-FFF2-40B4-BE49-F238E27FC236}">
                <a16:creationId xmlns:a16="http://schemas.microsoft.com/office/drawing/2014/main" id="{E2C04D62-212B-0E11-E4A2-57BC7B819413}"/>
              </a:ext>
            </a:extLst>
          </p:cNvPr>
          <p:cNvSpPr txBox="1"/>
          <p:nvPr/>
        </p:nvSpPr>
        <p:spPr>
          <a:xfrm>
            <a:off x="8458993" y="2639626"/>
            <a:ext cx="3091487" cy="32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540" dirty="0"/>
              <a:t>外部：ｽﾏｰﾃﾞｻﾞｲﾝｼﾘｰｽﾞ</a:t>
            </a:r>
            <a:r>
              <a:rPr lang="en-US" altLang="ja-JP" sz="1540" dirty="0"/>
              <a:t>(Panasonic)</a:t>
            </a:r>
          </a:p>
        </p:txBody>
      </p:sp>
      <p:sp>
        <p:nvSpPr>
          <p:cNvPr id="94" name="テキスト ボックス 93">
            <a:extLst>
              <a:ext uri="{FF2B5EF4-FFF2-40B4-BE49-F238E27FC236}">
                <a16:creationId xmlns:a16="http://schemas.microsoft.com/office/drawing/2014/main" id="{658A8AB1-71D0-BD11-1990-C0C28003BAC4}"/>
              </a:ext>
            </a:extLst>
          </p:cNvPr>
          <p:cNvSpPr txBox="1"/>
          <p:nvPr/>
        </p:nvSpPr>
        <p:spPr>
          <a:xfrm>
            <a:off x="8302587" y="303904"/>
            <a:ext cx="2838213" cy="32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540" dirty="0"/>
              <a:t>内部：ｺｽﾓﾜｲﾄﾞ ｽｸｴｱ</a:t>
            </a:r>
            <a:r>
              <a:rPr lang="en-US" altLang="ja-JP" sz="1540" dirty="0"/>
              <a:t>(Panasonic)</a:t>
            </a:r>
          </a:p>
        </p:txBody>
      </p:sp>
      <p:pic>
        <p:nvPicPr>
          <p:cNvPr id="1032" name="Picture 8" descr="安心のメーカー保証 大光電機 ダウンライト DDL-6102YW COBタイプ LED≪即日発送対応可能 在庫確認必要≫ 実績20年の老舗">
            <a:extLst>
              <a:ext uri="{FF2B5EF4-FFF2-40B4-BE49-F238E27FC236}">
                <a16:creationId xmlns:a16="http://schemas.microsoft.com/office/drawing/2014/main" id="{9459506A-8BAD-250F-CE53-4B3A139E515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186" r="23542"/>
          <a:stretch/>
        </p:blipFill>
        <p:spPr bwMode="auto">
          <a:xfrm>
            <a:off x="3012860" y="5454834"/>
            <a:ext cx="1601841" cy="30068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1" name="テキスト ボックス 90">
            <a:extLst>
              <a:ext uri="{FF2B5EF4-FFF2-40B4-BE49-F238E27FC236}">
                <a16:creationId xmlns:a16="http://schemas.microsoft.com/office/drawing/2014/main" id="{19D77A9A-0DA0-841A-CB28-42FCC8C307F0}"/>
              </a:ext>
            </a:extLst>
          </p:cNvPr>
          <p:cNvSpPr txBox="1"/>
          <p:nvPr/>
        </p:nvSpPr>
        <p:spPr>
          <a:xfrm>
            <a:off x="11757487" y="8714105"/>
            <a:ext cx="162651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200" dirty="0"/>
              <a:t>2024.9.30.</a:t>
            </a:r>
            <a:endParaRPr lang="ja-JP" altLang="en-US" sz="1200" dirty="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4C5F90D1-1731-4F2B-7E55-BEEDC4F2A0A8}"/>
              </a:ext>
            </a:extLst>
          </p:cNvPr>
          <p:cNvSpPr txBox="1"/>
          <p:nvPr/>
        </p:nvSpPr>
        <p:spPr>
          <a:xfrm>
            <a:off x="908479" y="4690017"/>
            <a:ext cx="147161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400" dirty="0"/>
              <a:t>ポーチ灯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3A3F1E9F-884C-7CDC-222D-A33F2E415BF6}"/>
              </a:ext>
            </a:extLst>
          </p:cNvPr>
          <p:cNvSpPr txBox="1"/>
          <p:nvPr/>
        </p:nvSpPr>
        <p:spPr>
          <a:xfrm>
            <a:off x="3162810" y="4688038"/>
            <a:ext cx="168956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400" dirty="0"/>
              <a:t>基本照明ﾀﾞｳﾝﾗｲﾄ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744E3451-1BD9-D9A2-425C-2D36D1FF4330}"/>
              </a:ext>
            </a:extLst>
          </p:cNvPr>
          <p:cNvSpPr txBox="1"/>
          <p:nvPr/>
        </p:nvSpPr>
        <p:spPr>
          <a:xfrm>
            <a:off x="5514126" y="4688038"/>
            <a:ext cx="168850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400" dirty="0"/>
              <a:t>ﾀﾞｲﾆﾝｸﾞﾍﾟﾝﾀﾞﾝﾄ灯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76220CB0-C533-6A95-7A0F-FDA82ED36D00}"/>
              </a:ext>
            </a:extLst>
          </p:cNvPr>
          <p:cNvSpPr txBox="1"/>
          <p:nvPr/>
        </p:nvSpPr>
        <p:spPr>
          <a:xfrm>
            <a:off x="13827064" y="4709808"/>
            <a:ext cx="168850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400" dirty="0"/>
              <a:t>洋室①②③ 灯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E65CF8A3-C1E5-AB20-51E4-B8A618228380}"/>
              </a:ext>
            </a:extLst>
          </p:cNvPr>
          <p:cNvSpPr txBox="1"/>
          <p:nvPr/>
        </p:nvSpPr>
        <p:spPr>
          <a:xfrm>
            <a:off x="11093540" y="4697938"/>
            <a:ext cx="168850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400" dirty="0"/>
              <a:t>階段灯</a:t>
            </a:r>
          </a:p>
        </p:txBody>
      </p:sp>
      <p:pic>
        <p:nvPicPr>
          <p:cNvPr id="16" name="Picture 2">
            <a:extLst>
              <a:ext uri="{FF2B5EF4-FFF2-40B4-BE49-F238E27FC236}">
                <a16:creationId xmlns:a16="http://schemas.microsoft.com/office/drawing/2014/main" id="{FFD3ECD6-95E5-9AD8-7467-CA75C309E44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033" b="12429"/>
          <a:stretch/>
        </p:blipFill>
        <p:spPr bwMode="auto">
          <a:xfrm>
            <a:off x="10813329" y="1107751"/>
            <a:ext cx="1952837" cy="14165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84E7BF0F-7EA2-BDE6-EE7B-81DDE8A82136}"/>
              </a:ext>
            </a:extLst>
          </p:cNvPr>
          <p:cNvSpPr txBox="1"/>
          <p:nvPr/>
        </p:nvSpPr>
        <p:spPr>
          <a:xfrm>
            <a:off x="10764419" y="852281"/>
            <a:ext cx="2494381" cy="56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540" dirty="0"/>
              <a:t>ﾄﾞｱﾎﾝ：</a:t>
            </a:r>
            <a:r>
              <a:rPr lang="en-US" altLang="ja-JP" sz="1540" dirty="0"/>
              <a:t>VL-SZ30KL</a:t>
            </a:r>
          </a:p>
          <a:p>
            <a:r>
              <a:rPr lang="en-US" altLang="ja-JP" sz="1540" dirty="0"/>
              <a:t>(Panasonic)</a:t>
            </a:r>
          </a:p>
        </p:txBody>
      </p:sp>
      <p:sp>
        <p:nvSpPr>
          <p:cNvPr id="19" name="楕円 18">
            <a:extLst>
              <a:ext uri="{FF2B5EF4-FFF2-40B4-BE49-F238E27FC236}">
                <a16:creationId xmlns:a16="http://schemas.microsoft.com/office/drawing/2014/main" id="{FE5CB7C6-3D1B-AF17-7835-84C21A264B0F}"/>
              </a:ext>
            </a:extLst>
          </p:cNvPr>
          <p:cNvSpPr/>
          <p:nvPr/>
        </p:nvSpPr>
        <p:spPr>
          <a:xfrm>
            <a:off x="5018478" y="903999"/>
            <a:ext cx="98178" cy="9726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3528"/>
          </a:p>
        </p:txBody>
      </p:sp>
      <p:sp>
        <p:nvSpPr>
          <p:cNvPr id="28" name="楕円 27">
            <a:extLst>
              <a:ext uri="{FF2B5EF4-FFF2-40B4-BE49-F238E27FC236}">
                <a16:creationId xmlns:a16="http://schemas.microsoft.com/office/drawing/2014/main" id="{7B49B6D0-D245-73A7-5BA1-C27031C5E5E0}"/>
              </a:ext>
            </a:extLst>
          </p:cNvPr>
          <p:cNvSpPr/>
          <p:nvPr/>
        </p:nvSpPr>
        <p:spPr>
          <a:xfrm>
            <a:off x="5137012" y="904000"/>
            <a:ext cx="98178" cy="9726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3528"/>
          </a:p>
        </p:txBody>
      </p:sp>
      <p:sp>
        <p:nvSpPr>
          <p:cNvPr id="31" name="楕円 30">
            <a:extLst>
              <a:ext uri="{FF2B5EF4-FFF2-40B4-BE49-F238E27FC236}">
                <a16:creationId xmlns:a16="http://schemas.microsoft.com/office/drawing/2014/main" id="{C890772B-446F-B652-295C-88FD5F8372C4}"/>
              </a:ext>
            </a:extLst>
          </p:cNvPr>
          <p:cNvSpPr/>
          <p:nvPr/>
        </p:nvSpPr>
        <p:spPr>
          <a:xfrm>
            <a:off x="5247077" y="899765"/>
            <a:ext cx="98178" cy="9726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3528"/>
          </a:p>
        </p:txBody>
      </p:sp>
      <p:sp>
        <p:nvSpPr>
          <p:cNvPr id="35" name="楕円 34">
            <a:extLst>
              <a:ext uri="{FF2B5EF4-FFF2-40B4-BE49-F238E27FC236}">
                <a16:creationId xmlns:a16="http://schemas.microsoft.com/office/drawing/2014/main" id="{8A1CBF81-438D-CB59-33AE-F05BD2E94B30}"/>
              </a:ext>
            </a:extLst>
          </p:cNvPr>
          <p:cNvSpPr/>
          <p:nvPr/>
        </p:nvSpPr>
        <p:spPr>
          <a:xfrm>
            <a:off x="6631372" y="904000"/>
            <a:ext cx="98178" cy="9726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3528"/>
          </a:p>
        </p:txBody>
      </p:sp>
      <p:sp>
        <p:nvSpPr>
          <p:cNvPr id="61" name="楕円 60">
            <a:extLst>
              <a:ext uri="{FF2B5EF4-FFF2-40B4-BE49-F238E27FC236}">
                <a16:creationId xmlns:a16="http://schemas.microsoft.com/office/drawing/2014/main" id="{760B5ADD-2B83-5F0D-D2E3-ABE3D0A0C009}"/>
              </a:ext>
            </a:extLst>
          </p:cNvPr>
          <p:cNvSpPr/>
          <p:nvPr/>
        </p:nvSpPr>
        <p:spPr>
          <a:xfrm>
            <a:off x="6749906" y="904001"/>
            <a:ext cx="98178" cy="9726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3528"/>
          </a:p>
        </p:txBody>
      </p:sp>
      <p:sp>
        <p:nvSpPr>
          <p:cNvPr id="68" name="楕円 67">
            <a:extLst>
              <a:ext uri="{FF2B5EF4-FFF2-40B4-BE49-F238E27FC236}">
                <a16:creationId xmlns:a16="http://schemas.microsoft.com/office/drawing/2014/main" id="{6F9D8461-1337-8EDE-C1D0-17574FCD9FED}"/>
              </a:ext>
            </a:extLst>
          </p:cNvPr>
          <p:cNvSpPr/>
          <p:nvPr/>
        </p:nvSpPr>
        <p:spPr>
          <a:xfrm>
            <a:off x="6618671" y="2512660"/>
            <a:ext cx="98178" cy="9726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3528"/>
          </a:p>
        </p:txBody>
      </p:sp>
      <p:sp>
        <p:nvSpPr>
          <p:cNvPr id="70" name="楕円 69">
            <a:extLst>
              <a:ext uri="{FF2B5EF4-FFF2-40B4-BE49-F238E27FC236}">
                <a16:creationId xmlns:a16="http://schemas.microsoft.com/office/drawing/2014/main" id="{3B9EF008-DDDC-9085-9CC8-492571FB13D1}"/>
              </a:ext>
            </a:extLst>
          </p:cNvPr>
          <p:cNvSpPr/>
          <p:nvPr/>
        </p:nvSpPr>
        <p:spPr>
          <a:xfrm>
            <a:off x="6737205" y="2512661"/>
            <a:ext cx="98178" cy="9726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3528"/>
          </a:p>
        </p:txBody>
      </p:sp>
      <p:sp>
        <p:nvSpPr>
          <p:cNvPr id="76" name="楕円 75">
            <a:extLst>
              <a:ext uri="{FF2B5EF4-FFF2-40B4-BE49-F238E27FC236}">
                <a16:creationId xmlns:a16="http://schemas.microsoft.com/office/drawing/2014/main" id="{8029EFE6-CC4B-FE6F-D6A9-16FDD22A8BAB}"/>
              </a:ext>
            </a:extLst>
          </p:cNvPr>
          <p:cNvSpPr/>
          <p:nvPr/>
        </p:nvSpPr>
        <p:spPr>
          <a:xfrm>
            <a:off x="6851505" y="2512661"/>
            <a:ext cx="98178" cy="9726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3528"/>
          </a:p>
        </p:txBody>
      </p:sp>
      <p:sp>
        <p:nvSpPr>
          <p:cNvPr id="78" name="楕円 77">
            <a:extLst>
              <a:ext uri="{FF2B5EF4-FFF2-40B4-BE49-F238E27FC236}">
                <a16:creationId xmlns:a16="http://schemas.microsoft.com/office/drawing/2014/main" id="{EC2027B0-21D0-B98A-31BE-22E13AE8F467}"/>
              </a:ext>
            </a:extLst>
          </p:cNvPr>
          <p:cNvSpPr/>
          <p:nvPr/>
        </p:nvSpPr>
        <p:spPr>
          <a:xfrm>
            <a:off x="6864207" y="904002"/>
            <a:ext cx="98178" cy="9726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3528"/>
          </a:p>
        </p:txBody>
      </p:sp>
      <p:sp>
        <p:nvSpPr>
          <p:cNvPr id="81" name="楕円 80">
            <a:extLst>
              <a:ext uri="{FF2B5EF4-FFF2-40B4-BE49-F238E27FC236}">
                <a16:creationId xmlns:a16="http://schemas.microsoft.com/office/drawing/2014/main" id="{074572E2-7FFC-F120-218E-590682354776}"/>
              </a:ext>
            </a:extLst>
          </p:cNvPr>
          <p:cNvSpPr/>
          <p:nvPr/>
        </p:nvSpPr>
        <p:spPr>
          <a:xfrm>
            <a:off x="4516523" y="3437369"/>
            <a:ext cx="98178" cy="97268"/>
          </a:xfrm>
          <a:prstGeom prst="ellipse">
            <a:avLst/>
          </a:prstGeom>
          <a:solidFill>
            <a:srgbClr val="EE9C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3528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55319A21-57BC-9A5E-A9A8-C16E0D960B93}"/>
              </a:ext>
            </a:extLst>
          </p:cNvPr>
          <p:cNvSpPr/>
          <p:nvPr/>
        </p:nvSpPr>
        <p:spPr>
          <a:xfrm>
            <a:off x="10813329" y="3289318"/>
            <a:ext cx="877578" cy="96398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2" name="図 11">
            <a:extLst>
              <a:ext uri="{FF2B5EF4-FFF2-40B4-BE49-F238E27FC236}">
                <a16:creationId xmlns:a16="http://schemas.microsoft.com/office/drawing/2014/main" id="{10D3E445-3687-D9ED-2035-C73EA5259DC7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2171" y="5454834"/>
            <a:ext cx="1526788" cy="3449912"/>
          </a:xfrm>
          <a:prstGeom prst="rect">
            <a:avLst/>
          </a:prstGeom>
        </p:spPr>
      </p:pic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D863059E-48A3-6B08-918C-1D47DB277296}"/>
              </a:ext>
            </a:extLst>
          </p:cNvPr>
          <p:cNvSpPr/>
          <p:nvPr/>
        </p:nvSpPr>
        <p:spPr>
          <a:xfrm>
            <a:off x="5296166" y="4603810"/>
            <a:ext cx="2139994" cy="4334926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592606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テーマ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1027</TotalTime>
  <Words>76</Words>
  <Application>Microsoft Office PowerPoint</Application>
  <PresentationFormat>A3 297x420 mm</PresentationFormat>
  <Paragraphs>26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テーマ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白都 卓磨</dc:creator>
  <cp:lastModifiedBy>剛 倉田</cp:lastModifiedBy>
  <cp:revision>61</cp:revision>
  <cp:lastPrinted>2024-09-30T07:01:37Z</cp:lastPrinted>
  <dcterms:created xsi:type="dcterms:W3CDTF">2020-03-06T05:19:40Z</dcterms:created>
  <dcterms:modified xsi:type="dcterms:W3CDTF">2024-10-13T23:26:53Z</dcterms:modified>
</cp:coreProperties>
</file>